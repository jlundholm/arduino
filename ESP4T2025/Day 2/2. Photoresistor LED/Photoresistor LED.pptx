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381E"/>
    <a:srgbClr val="BB975D"/>
    <a:srgbClr val="604B38"/>
    <a:srgbClr val="51271B"/>
    <a:srgbClr val="FFC425"/>
    <a:srgbClr val="FAF3A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9D54E-5013-46A8-89A5-1B53A715BA8F}" type="datetimeFigureOut">
              <a:rPr lang="en-US" smtClean="0"/>
              <a:t>7/1/2024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3926B-6DAA-4D33-AA50-FA845D6D86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13 Jun 2024 by Noah Mulvaney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9E866-E575-429A-955A-0A8D1C8726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9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1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126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60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601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488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37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60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https://commons.wikimedia.org/wiki/File:Sonar_Principle_EN.svg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14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92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36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91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05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5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64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999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3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6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4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507" y="3721029"/>
            <a:ext cx="10363200" cy="1135288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69381E"/>
                </a:solidFill>
              </a:rPr>
              <a:t> Photoresistor and LED</a:t>
            </a:r>
            <a:br>
              <a:rPr lang="en-US" sz="5400" b="1" dirty="0">
                <a:solidFill>
                  <a:srgbClr val="69381E"/>
                </a:solidFill>
              </a:rPr>
            </a:br>
            <a:endParaRPr lang="en-US" sz="5400" b="1" dirty="0">
              <a:solidFill>
                <a:srgbClr val="69381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  <p:pic>
        <p:nvPicPr>
          <p:cNvPr id="5" name="Picture 4" descr="A blue and white symbol&#10;&#10;Description automatically generated">
            <a:extLst>
              <a:ext uri="{FF2B5EF4-FFF2-40B4-BE49-F238E27FC236}">
                <a16:creationId xmlns:a16="http://schemas.microsoft.com/office/drawing/2014/main" id="{AB72C0CA-B8A8-DE60-E210-B8F25A2FD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74A5-2D56-B5F3-2C94-96B6D122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C5B0-CE8A-5365-533A-52856D3F3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the photoresistor. </a:t>
            </a:r>
          </a:p>
          <a:p>
            <a:r>
              <a:rPr lang="en-US" dirty="0"/>
              <a:t>Demonstrate the basic functionality of the photoresistor. </a:t>
            </a:r>
          </a:p>
          <a:p>
            <a:r>
              <a:rPr lang="en-US" dirty="0"/>
              <a:t>Use the photoresistor to make an adaptive light dimmer. </a:t>
            </a:r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05CDC29C-9378-F416-4D8B-234C3B80A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7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Photoresistor</a:t>
            </a:r>
          </a:p>
        </p:txBody>
      </p:sp>
      <p:pic>
        <p:nvPicPr>
          <p:cNvPr id="10" name="Content Placeholder 9" descr="A close-up of a transistor&#10;&#10;Description automatically generated">
            <a:extLst>
              <a:ext uri="{FF2B5EF4-FFF2-40B4-BE49-F238E27FC236}">
                <a16:creationId xmlns:a16="http://schemas.microsoft.com/office/drawing/2014/main" id="{1CDD3F1D-8CAB-81BA-12EA-44738B416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181" y="657582"/>
            <a:ext cx="1985530" cy="122186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609600" y="1613118"/>
            <a:ext cx="68718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photoresistor, also known as a light-dependent resistor (LDR) or a photo-conductive cell, decreases in resistance with increasing light intensity.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functionality can be seen clearer when used in conjunction with an LED.</a:t>
            </a:r>
          </a:p>
        </p:txBody>
      </p:sp>
      <p:pic>
        <p:nvPicPr>
          <p:cNvPr id="14" name="Picture 13" descr="A diagram of light emitting diffraction&#10;&#10;Description automatically generated">
            <a:extLst>
              <a:ext uri="{FF2B5EF4-FFF2-40B4-BE49-F238E27FC236}">
                <a16:creationId xmlns:a16="http://schemas.microsoft.com/office/drawing/2014/main" id="{370F03AE-8D52-9F99-819A-85F1F7215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54" y="2262391"/>
            <a:ext cx="4667845" cy="3639645"/>
          </a:xfrm>
          <a:prstGeom prst="rect">
            <a:avLst/>
          </a:prstGeom>
        </p:spPr>
      </p:pic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DF1A9F40-2D38-9558-6470-0F1BA437C8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4" y="1611086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CCDA3-4146-B03B-0DA5-7B1086928455}"/>
              </a:ext>
            </a:extLst>
          </p:cNvPr>
          <p:cNvSpPr txBox="1"/>
          <p:nvPr/>
        </p:nvSpPr>
        <p:spPr>
          <a:xfrm>
            <a:off x="609599" y="1613118"/>
            <a:ext cx="44611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the following circuit and plug in your Arduino.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 your hand to cover the </a:t>
            </a:r>
            <a:r>
              <a:rPr lang="en-US" sz="2800" dirty="0" err="1"/>
              <a:t>photoresistor</a:t>
            </a:r>
            <a:r>
              <a:rPr lang="en-US" sz="2800" dirty="0"/>
              <a:t> and observe how the LED brightness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 don’t need to upload any code for this.</a:t>
            </a:r>
          </a:p>
        </p:txBody>
      </p:sp>
      <p:pic>
        <p:nvPicPr>
          <p:cNvPr id="3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778" y="1417638"/>
            <a:ext cx="5582602" cy="43020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88239" y="3483033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2351" y="3483033"/>
            <a:ext cx="99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5V</a:t>
            </a:r>
          </a:p>
        </p:txBody>
      </p:sp>
      <p:pic>
        <p:nvPicPr>
          <p:cNvPr id="6" name="Picture 5" descr="A blue and white symbol&#10;&#10;Description automatically generated">
            <a:extLst>
              <a:ext uri="{FF2B5EF4-FFF2-40B4-BE49-F238E27FC236}">
                <a16:creationId xmlns:a16="http://schemas.microsoft.com/office/drawing/2014/main" id="{2627F695-2413-4909-7866-F4EA8E8DD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C7806C-0016-4D45-6EED-F20B311132FA}"/>
              </a:ext>
            </a:extLst>
          </p:cNvPr>
          <p:cNvCxnSpPr>
            <a:cxnSpLocks/>
          </p:cNvCxnSpPr>
          <p:nvPr/>
        </p:nvCxnSpPr>
        <p:spPr>
          <a:xfrm>
            <a:off x="7040630" y="1610347"/>
            <a:ext cx="1353449" cy="6457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BF7887-8C91-B19D-6C72-F3135747C5D0}"/>
              </a:ext>
            </a:extLst>
          </p:cNvPr>
          <p:cNvSpPr txBox="1"/>
          <p:nvPr/>
        </p:nvSpPr>
        <p:spPr>
          <a:xfrm>
            <a:off x="5558194" y="1426420"/>
            <a:ext cx="16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220 Ω Resistor</a:t>
            </a:r>
          </a:p>
        </p:txBody>
      </p:sp>
    </p:spTree>
    <p:extLst>
      <p:ext uri="{BB962C8B-B14F-4D97-AF65-F5344CB8AC3E}">
        <p14:creationId xmlns:p14="http://schemas.microsoft.com/office/powerpoint/2010/main" val="116626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827313" y="1611086"/>
            <a:ext cx="1099338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Now that the basic functionality of the </a:t>
            </a:r>
            <a:r>
              <a:rPr lang="en-US" sz="2800" dirty="0" err="1"/>
              <a:t>photoresistor</a:t>
            </a:r>
            <a:r>
              <a:rPr lang="en-US" sz="2800" dirty="0"/>
              <a:t> is understood. We will now use the </a:t>
            </a:r>
            <a:r>
              <a:rPr lang="en-US" sz="2800" dirty="0" err="1"/>
              <a:t>photoresistor</a:t>
            </a:r>
            <a:r>
              <a:rPr lang="en-US" sz="2800" dirty="0"/>
              <a:t> as a “sensor” for an adaptive dimmer switch.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time if the </a:t>
            </a:r>
            <a:r>
              <a:rPr lang="en-US" sz="2800" dirty="0" err="1"/>
              <a:t>photoresistor</a:t>
            </a:r>
            <a:r>
              <a:rPr lang="en-US" sz="2800" dirty="0"/>
              <a:t> encounters more light, we want the LED to emit less light.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will achieve this by utilizing the code in the following slides.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E2763-8925-313F-8B4C-D451D8E1FEE9}"/>
              </a:ext>
            </a:extLst>
          </p:cNvPr>
          <p:cNvSpPr txBox="1"/>
          <p:nvPr/>
        </p:nvSpPr>
        <p:spPr>
          <a:xfrm>
            <a:off x="9129635" y="274638"/>
            <a:ext cx="204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48F2A7C2-F200-0F2E-D1A4-15976DC0A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1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Circuit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934" y="1307571"/>
            <a:ext cx="5723466" cy="4325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18931" y="4905712"/>
            <a:ext cx="170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10k Ω Resistor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424844" y="4596938"/>
            <a:ext cx="1205345" cy="407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61400" y="4887884"/>
            <a:ext cx="1611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220 Ω Resistor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7323513" y="4513811"/>
            <a:ext cx="1263534" cy="490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34639" y="1122905"/>
            <a:ext cx="78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Pin 11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649287" y="1359449"/>
            <a:ext cx="378229" cy="188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158836" y="3156133"/>
            <a:ext cx="98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8401" y="3401009"/>
            <a:ext cx="94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2918" y="3340799"/>
            <a:ext cx="99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A0</a:t>
            </a:r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8E0F85D9-2B8F-7D75-D380-2621A05F7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7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6553" y="1125250"/>
            <a:ext cx="11260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Open the </a:t>
            </a:r>
            <a:r>
              <a:rPr lang="en-US" sz="3200" b="1" dirty="0" err="1">
                <a:solidFill>
                  <a:srgbClr val="FF0000"/>
                </a:solidFill>
              </a:rPr>
              <a:t>Photoresistor_LED_Temp.ino</a:t>
            </a:r>
            <a:r>
              <a:rPr lang="en-US" sz="3200" dirty="0">
                <a:solidFill>
                  <a:srgbClr val="FF0000"/>
                </a:solidFill>
              </a:rPr>
              <a:t> File on the Arduino IDE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499" y="2268250"/>
            <a:ext cx="8773123" cy="2851265"/>
          </a:xfrm>
          <a:prstGeom prst="rect">
            <a:avLst/>
          </a:prstGeom>
        </p:spPr>
      </p:pic>
      <p:sp>
        <p:nvSpPr>
          <p:cNvPr id="9" name="Left Arrow 8"/>
          <p:cNvSpPr/>
          <p:nvPr/>
        </p:nvSpPr>
        <p:spPr>
          <a:xfrm>
            <a:off x="9750829" y="2268250"/>
            <a:ext cx="1595317" cy="365443"/>
          </a:xfrm>
          <a:prstGeom prst="left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311" y="4327863"/>
            <a:ext cx="1688738" cy="463336"/>
          </a:xfrm>
          <a:prstGeom prst="rect">
            <a:avLst/>
          </a:prstGeom>
        </p:spPr>
      </p:pic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3743E7A1-CEB8-586D-0676-50743A9BD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2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9899"/>
          <a:stretch/>
        </p:blipFill>
        <p:spPr>
          <a:xfrm>
            <a:off x="228598" y="1752600"/>
            <a:ext cx="11543861" cy="26725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2133116"/>
            <a:ext cx="1782788" cy="4891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2622256"/>
            <a:ext cx="1773405" cy="4865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697" y="3485198"/>
            <a:ext cx="1688738" cy="463336"/>
          </a:xfrm>
          <a:prstGeom prst="rect">
            <a:avLst/>
          </a:prstGeom>
        </p:spPr>
      </p:pic>
      <p:pic>
        <p:nvPicPr>
          <p:cNvPr id="5" name="Picture 4" descr="A blue and white symbol&#10;&#10;Description automatically generated">
            <a:extLst>
              <a:ext uri="{FF2B5EF4-FFF2-40B4-BE49-F238E27FC236}">
                <a16:creationId xmlns:a16="http://schemas.microsoft.com/office/drawing/2014/main" id="{E60DE1D1-9FC5-B1E8-C5CA-27615818E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6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Program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FCBD6-753B-8094-5AE1-55FFB69CC2A6}"/>
              </a:ext>
            </a:extLst>
          </p:cNvPr>
          <p:cNvSpPr txBox="1"/>
          <p:nvPr/>
        </p:nvSpPr>
        <p:spPr>
          <a:xfrm>
            <a:off x="1076696" y="1552897"/>
            <a:ext cx="9946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LED will now become brighter in the dark and will gradually turn off with more light exposure</a:t>
            </a:r>
            <a:r>
              <a:rPr lang="en-US" sz="2800" dirty="0">
                <a:solidFill>
                  <a:srgbClr val="FF0000"/>
                </a:solidFill>
              </a:rPr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Since each </a:t>
            </a:r>
            <a:r>
              <a:rPr lang="en-US" sz="2800" dirty="0" err="1"/>
              <a:t>photoresistor</a:t>
            </a:r>
            <a:r>
              <a:rPr lang="en-US" sz="2800" dirty="0"/>
              <a:t> is slightly different, you may need to adjust the code for better functionality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Tips for Troubleshooting are on the next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9F1E800C-2B2D-622F-DFF9-1F3FABB13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8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23C-E491-F40F-8ADE-60FD3F0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4" y="1579418"/>
            <a:ext cx="9489893" cy="524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076" y="2385753"/>
            <a:ext cx="1128037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the LED starts too bright and/or doesn’t adjust LED brightness well, adjust the first number by decreasing its value. Start with intervals of 25. This remaps the analog reading more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LED dims with more light, but then switches to full brightness unexpectedly, increase the first number in intervals of 25. When the program receives a value outside of the mapped range, the LED receives full power. This works to prevent that.</a:t>
            </a:r>
            <a:endParaRPr lang="en-US" dirty="0"/>
          </a:p>
        </p:txBody>
      </p:sp>
      <p:pic>
        <p:nvPicPr>
          <p:cNvPr id="5" name="Picture 4" descr="A blue and white symbol&#10;&#10;Description automatically generated">
            <a:extLst>
              <a:ext uri="{FF2B5EF4-FFF2-40B4-BE49-F238E27FC236}">
                <a16:creationId xmlns:a16="http://schemas.microsoft.com/office/drawing/2014/main" id="{193C949B-A0D3-7866-93AD-BF3648D5D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11" y="0"/>
            <a:ext cx="1135289" cy="11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429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521</Words>
  <Application>Microsoft Office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Custom Design</vt:lpstr>
      <vt:lpstr> Photoresistor and LED </vt:lpstr>
      <vt:lpstr>Goals</vt:lpstr>
      <vt:lpstr>What is a Photoresistor</vt:lpstr>
      <vt:lpstr>Demonstration</vt:lpstr>
      <vt:lpstr>What’s Next?  </vt:lpstr>
      <vt:lpstr>The Next Circuit Diagram</vt:lpstr>
      <vt:lpstr>The Code</vt:lpstr>
      <vt:lpstr>The Code</vt:lpstr>
      <vt:lpstr>Run The Program</vt:lpstr>
      <vt:lpstr>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Tripwire with Alarm Raspberry Pi with Python</dc:title>
  <dc:creator>Sully Fagan</dc:creator>
  <cp:lastModifiedBy>Quinn Kwiatkowski</cp:lastModifiedBy>
  <cp:revision>32</cp:revision>
  <dcterms:created xsi:type="dcterms:W3CDTF">2024-06-14T21:00:22Z</dcterms:created>
  <dcterms:modified xsi:type="dcterms:W3CDTF">2024-07-01T15:27:58Z</dcterms:modified>
</cp:coreProperties>
</file>