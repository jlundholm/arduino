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81" r:id="rId3"/>
    <p:sldId id="283" r:id="rId4"/>
    <p:sldId id="282" r:id="rId5"/>
    <p:sldId id="285" r:id="rId6"/>
    <p:sldId id="286" r:id="rId7"/>
    <p:sldId id="284" r:id="rId8"/>
    <p:sldId id="287" r:id="rId9"/>
    <p:sldId id="288" r:id="rId10"/>
    <p:sldId id="289" r:id="rId11"/>
    <p:sldId id="290" r:id="rId12"/>
    <p:sldId id="29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CA4265-7059-4C24-9CA3-161D8B695A52}" v="50" dt="2024-06-20T15:30:27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3F995-15B8-44D2-BA87-A75A4D04E5B6}" type="datetimeFigureOut">
              <a:rPr lang="en-US" smtClean="0"/>
              <a:t>7/8/2024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E719E-CEC6-41E2-BC82-C4952B5471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6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13 Jun 2024 by Noah Mulvaney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82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E719E-CEC6-41E2-BC82-C4952B5471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55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744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09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29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965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19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602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9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45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27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588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794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BrandBar_New_flag_only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020" y="5666008"/>
            <a:ext cx="13280983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26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507" y="3721029"/>
            <a:ext cx="10363200" cy="1135288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69381E"/>
                </a:solidFill>
              </a:rPr>
              <a:t> Turning a Stepper Motor with a Joystick</a:t>
            </a:r>
            <a:br>
              <a:rPr lang="en-US" sz="5400" b="1" dirty="0">
                <a:solidFill>
                  <a:srgbClr val="69381E"/>
                </a:solidFill>
              </a:rPr>
            </a:br>
            <a:r>
              <a:rPr lang="en-US" sz="1600" b="1" dirty="0">
                <a:solidFill>
                  <a:srgbClr val="69381E"/>
                </a:solidFill>
              </a:rPr>
              <a:t>Arduino with C Programming</a:t>
            </a:r>
            <a:endParaRPr lang="en-US" sz="5400" b="1" dirty="0">
              <a:solidFill>
                <a:srgbClr val="69381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9181" y="6479816"/>
            <a:ext cx="849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ELECTRICAL ENGINEERING AND COMPUTER SCIENCE, COLLEGE OF ENGINEERING AND PHYSICAL SCIENCES</a:t>
            </a:r>
          </a:p>
        </p:txBody>
      </p:sp>
      <p:pic>
        <p:nvPicPr>
          <p:cNvPr id="10" name="Picture 9" descr="A brown rectangular sign with a horse and text&#10;&#10;Description automatically generated">
            <a:extLst>
              <a:ext uri="{FF2B5EF4-FFF2-40B4-BE49-F238E27FC236}">
                <a16:creationId xmlns:a16="http://schemas.microsoft.com/office/drawing/2014/main" id="{CB96BABA-B0E6-123B-BAEB-42A84349C6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32742" r="1737" b="31610"/>
          <a:stretch/>
        </p:blipFill>
        <p:spPr>
          <a:xfrm>
            <a:off x="3529181" y="1433632"/>
            <a:ext cx="4810978" cy="1710619"/>
          </a:xfrm>
          <a:prstGeom prst="rect">
            <a:avLst/>
          </a:prstGeom>
        </p:spPr>
      </p:pic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F1B14A19-F936-585B-254E-538BF3C78E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9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5C53-FF89-7D7D-8760-4CF51E51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83385-BB0C-2C39-6432-2366FE74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analog values from a joystick and convert </a:t>
            </a:r>
            <a:r>
              <a:rPr lang="en-US"/>
              <a:t>them to </a:t>
            </a:r>
            <a:r>
              <a:rPr lang="en-US" dirty="0"/>
              <a:t>digital values and use them to rotate our stepper motor</a:t>
            </a:r>
          </a:p>
          <a:p>
            <a:r>
              <a:rPr lang="en-US" dirty="0"/>
              <a:t>Use the ULN2003 Stepper Motor Driver Module</a:t>
            </a:r>
            <a:r>
              <a:rPr lang="en-US" b="1" dirty="0"/>
              <a:t> </a:t>
            </a:r>
            <a:r>
              <a:rPr lang="en-US" dirty="0"/>
              <a:t>to easily attach and control the stepper motor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2EE60BBC-F467-13BD-C711-F0A8D8938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0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0CE0-06EF-AC83-CCB3-9EB612A9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 Stepper Motor?</a:t>
            </a:r>
          </a:p>
        </p:txBody>
      </p:sp>
      <p:pic>
        <p:nvPicPr>
          <p:cNvPr id="2050" name="Picture 2" descr="28BYJ-48 stepper motor coils">
            <a:extLst>
              <a:ext uri="{FF2B5EF4-FFF2-40B4-BE49-F238E27FC236}">
                <a16:creationId xmlns:a16="http://schemas.microsoft.com/office/drawing/2014/main" id="{2D67B8A1-961D-7256-D69C-62E6E46BE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2203379"/>
            <a:ext cx="5384800" cy="331960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A94FA-33D8-282C-3D31-7C4CFBDC9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A Stepper Motor is controlled with electromagnetic fields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The 28-BYJ48 Stepper Motor contains two coils, a magnet in the middle attached to the rotor, and ‘teeth’ on the stator of the motor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Each time the motor moves from one ‘tooth’ to another we call that a step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This Stepper Motor has 32 steps in one revolution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When sending an electric pulse to a coil we can induce a magnetic field that attracts the magnet therefore turning the rotor</a:t>
            </a:r>
          </a:p>
        </p:txBody>
      </p: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59E7DDF3-472B-C36D-3E8D-8340BA3BB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E9B1-4243-8440-37CE-9FEAC481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 Stepper Motor?</a:t>
            </a:r>
          </a:p>
        </p:txBody>
      </p:sp>
      <p:pic>
        <p:nvPicPr>
          <p:cNvPr id="1026" name="Picture 2" descr="28BYJ-48 5V Stepper Motor with ULN2003 Driver Board">
            <a:extLst>
              <a:ext uri="{FF2B5EF4-FFF2-40B4-BE49-F238E27FC236}">
                <a16:creationId xmlns:a16="http://schemas.microsoft.com/office/drawing/2014/main" id="{DF057F6C-7C6E-93CE-8E0D-A5EE0C217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8390" y="1291828"/>
            <a:ext cx="4432867" cy="443286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55F0-FA2C-A648-269C-3E5295E38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166018"/>
            <a:ext cx="5384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ULN2003 Stepper Motor Driver Module allows us to control the stepper motor with ease</a:t>
            </a:r>
          </a:p>
          <a:p>
            <a:r>
              <a:rPr lang="en-US" dirty="0"/>
              <a:t>Gives us organized connections from the Arduino to the motor</a:t>
            </a:r>
          </a:p>
          <a:p>
            <a:endParaRPr lang="en-US" dirty="0"/>
          </a:p>
        </p:txBody>
      </p: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8AE20477-8AA2-3B4E-A291-2B6168230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58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BBD7B44-B71D-42A6-B5E9-35E37ACC5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 Joystick?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CE681B4-9FF9-F8EC-E435-2A9EAAC3D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485" y="1166017"/>
            <a:ext cx="5384800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 joystick is made up of two potentiometers and a pushbutton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There are two potentiometers for each axis (x and y), we will only be using the x axis potentiometer to rotate </a:t>
            </a:r>
            <a:r>
              <a:rPr lang="en-US" sz="2400"/>
              <a:t>the stepper motor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A potentiometer is a variable resistor, the potentiometers in this joystick are connected between five volts and ground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When our potentiometer is at full resistance, we have a minimum value and vice versa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When pushing down the joystick you enable the pushbutton 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</p:txBody>
      </p:sp>
      <p:pic>
        <p:nvPicPr>
          <p:cNvPr id="3074" name="Picture 2" descr="KY-023 Dual Axis XY Joystick Module | All Top Notch">
            <a:extLst>
              <a:ext uri="{FF2B5EF4-FFF2-40B4-BE49-F238E27FC236}">
                <a16:creationId xmlns:a16="http://schemas.microsoft.com/office/drawing/2014/main" id="{59FE1E74-F1CC-980D-9C4E-6BE8C06EF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" b="10275"/>
          <a:stretch/>
        </p:blipFill>
        <p:spPr bwMode="auto">
          <a:xfrm>
            <a:off x="6197600" y="1166018"/>
            <a:ext cx="5384800" cy="4525963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E170C9F7-DBE2-3228-BC09-19DB4B8E6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79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0B7D5F-5CF9-50E3-9986-1AC29CBFD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 Joystick?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68B0BC9-2775-F416-AA2A-469F2A552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When we move the joystick all the way in one direction, we are either reading five or zero volts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Instead of reading a value between five and zero volts to the Arduino, we need to put these numbers to a digital value (0-1023) using the built in ADC (analog-to-digital converter)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We can then use this digital value in our Arduino code in whatever way we want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289F65-0B66-65CF-BCAA-FA2C66DF4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753" y="1417638"/>
            <a:ext cx="4896476" cy="4345623"/>
          </a:xfrm>
          <a:prstGeom prst="rect">
            <a:avLst/>
          </a:prstGeom>
          <a:noFill/>
        </p:spPr>
      </p:pic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75F95EB9-06A4-989E-C195-AF8653726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8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7DCAEE8B-6AD5-7D23-63F8-934CA95FA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F5158C-A171-904C-CF66-EF1379AB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660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Circuit Diagram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19EC0F4-271D-4246-012E-FF9AE7CDC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US" dirty="0"/>
              <a:t>Arduino Pins</a:t>
            </a:r>
          </a:p>
          <a:p>
            <a:pPr lvl="1"/>
            <a:r>
              <a:rPr lang="en-US" sz="2800" dirty="0"/>
              <a:t>Pin 11: IN1</a:t>
            </a:r>
          </a:p>
          <a:p>
            <a:pPr lvl="1"/>
            <a:r>
              <a:rPr lang="en-US" sz="2800" dirty="0"/>
              <a:t>Pin 10: IN2</a:t>
            </a:r>
          </a:p>
          <a:p>
            <a:pPr lvl="1"/>
            <a:r>
              <a:rPr lang="en-US" sz="2800" dirty="0"/>
              <a:t>Pin 9: IN3</a:t>
            </a:r>
          </a:p>
          <a:p>
            <a:pPr lvl="1"/>
            <a:r>
              <a:rPr lang="en-US" sz="2800" dirty="0"/>
              <a:t>Pin 8: IN4</a:t>
            </a:r>
          </a:p>
          <a:p>
            <a:pPr lvl="1"/>
            <a:r>
              <a:rPr lang="en-US" sz="2800" dirty="0"/>
              <a:t>Pin A0: </a:t>
            </a:r>
            <a:r>
              <a:rPr lang="en-US" sz="2800" dirty="0" err="1"/>
              <a:t>VRx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9354C4-5A4C-60D8-B5DD-BCD6C6584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857" y="915416"/>
            <a:ext cx="8171543" cy="4739494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9AD0A2-269F-758A-75D0-D30BE73BC594}"/>
              </a:ext>
            </a:extLst>
          </p:cNvPr>
          <p:cNvSpPr txBox="1"/>
          <p:nvPr/>
        </p:nvSpPr>
        <p:spPr>
          <a:xfrm>
            <a:off x="7210268" y="5461245"/>
            <a:ext cx="794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03ABA-B733-9536-BB18-32DA50238949}"/>
              </a:ext>
            </a:extLst>
          </p:cNvPr>
          <p:cNvSpPr txBox="1"/>
          <p:nvPr/>
        </p:nvSpPr>
        <p:spPr>
          <a:xfrm>
            <a:off x="6398301" y="3429000"/>
            <a:ext cx="145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11 10 9 8</a:t>
            </a:r>
          </a:p>
        </p:txBody>
      </p:sp>
    </p:spTree>
    <p:extLst>
      <p:ext uri="{BB962C8B-B14F-4D97-AF65-F5344CB8AC3E}">
        <p14:creationId xmlns:p14="http://schemas.microsoft.com/office/powerpoint/2010/main" val="63322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0CD9-815C-3BF3-9F70-969A1AB5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Completing the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201E7-30D3-B8D9-9F5E-B4AA99D3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773" y="1384300"/>
            <a:ext cx="6056453" cy="4089399"/>
          </a:xfrm>
          <a:prstGeom prst="rect">
            <a:avLst/>
          </a:prstGeom>
          <a:noFill/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A05816FC-5E69-0A40-E917-76D1031F9813}"/>
              </a:ext>
            </a:extLst>
          </p:cNvPr>
          <p:cNvSpPr/>
          <p:nvPr/>
        </p:nvSpPr>
        <p:spPr>
          <a:xfrm>
            <a:off x="5691087" y="1553029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9337F9C1-7B57-E1CA-23AB-34538DB4C018}"/>
              </a:ext>
            </a:extLst>
          </p:cNvPr>
          <p:cNvSpPr/>
          <p:nvPr/>
        </p:nvSpPr>
        <p:spPr>
          <a:xfrm>
            <a:off x="5767940" y="2282128"/>
            <a:ext cx="732972" cy="24517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FBE56908-7F17-C159-764D-76A43E9F231C}"/>
              </a:ext>
            </a:extLst>
          </p:cNvPr>
          <p:cNvSpPr/>
          <p:nvPr/>
        </p:nvSpPr>
        <p:spPr>
          <a:xfrm>
            <a:off x="8006115" y="4492172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2B901DC9-A886-F0C9-BA36-6644CCAE9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9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D16033-5A33-67BB-0CC5-C264BF21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82445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Completing the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82D0C9-C60A-2721-BD05-ADFD1CF96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596" y="1060555"/>
            <a:ext cx="7538808" cy="4525963"/>
          </a:xfrm>
          <a:prstGeom prst="rect">
            <a:avLst/>
          </a:prstGeom>
          <a:noFill/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BB6ECCC1-ED4A-FEED-D2B7-2D482696AD05}"/>
              </a:ext>
            </a:extLst>
          </p:cNvPr>
          <p:cNvSpPr/>
          <p:nvPr/>
        </p:nvSpPr>
        <p:spPr>
          <a:xfrm>
            <a:off x="6402167" y="3018737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817AC9A7-67F1-8B70-FF3A-848A03F07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06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CBC4-E142-4A03-0B42-0BFC376F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Completing the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DDAE45-3D35-7E7D-FFA7-8BC78433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77" y="1262468"/>
            <a:ext cx="10156045" cy="4333063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3CDBB90A-F65E-69B4-B8BE-BF2672CBC3E6}"/>
              </a:ext>
            </a:extLst>
          </p:cNvPr>
          <p:cNvSpPr/>
          <p:nvPr/>
        </p:nvSpPr>
        <p:spPr>
          <a:xfrm>
            <a:off x="6522088" y="2733925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34181DDC-45A9-AC0C-43B2-40408EA11866}"/>
              </a:ext>
            </a:extLst>
          </p:cNvPr>
          <p:cNvSpPr/>
          <p:nvPr/>
        </p:nvSpPr>
        <p:spPr>
          <a:xfrm>
            <a:off x="4813210" y="3246619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5F6C40FA-C2E1-23CD-D1E9-A75D6F4BDAA2}"/>
              </a:ext>
            </a:extLst>
          </p:cNvPr>
          <p:cNvSpPr/>
          <p:nvPr/>
        </p:nvSpPr>
        <p:spPr>
          <a:xfrm>
            <a:off x="4138652" y="4038068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42776BCD-A898-D974-BF33-8FAE37503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63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DF79-5D1B-C965-3C84-96A865F0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C4E6A-3E90-16F6-4EC7-1F2EC6FFA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12" y="1304346"/>
            <a:ext cx="11464575" cy="4249307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7ECCDC77-0C60-99AB-937A-4E4D115FDC4E}"/>
              </a:ext>
            </a:extLst>
          </p:cNvPr>
          <p:cNvSpPr/>
          <p:nvPr/>
        </p:nvSpPr>
        <p:spPr>
          <a:xfrm>
            <a:off x="3481229" y="3650970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F88D6ACE-B213-8599-55F5-046AE1CD9B12}"/>
              </a:ext>
            </a:extLst>
          </p:cNvPr>
          <p:cNvSpPr/>
          <p:nvPr/>
        </p:nvSpPr>
        <p:spPr>
          <a:xfrm>
            <a:off x="4336024" y="2842272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AC8AC960-D922-3591-7577-EDCFB97C5F6A}"/>
              </a:ext>
            </a:extLst>
          </p:cNvPr>
          <p:cNvSpPr/>
          <p:nvPr/>
        </p:nvSpPr>
        <p:spPr>
          <a:xfrm>
            <a:off x="5772757" y="2302631"/>
            <a:ext cx="809825" cy="30479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FDA6B5BA-10B3-519D-5232-EA98D3191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65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72F2-FBCD-4290-5251-6E33BE54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it Out!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D90C-E10B-079C-B8DE-1BDBDE85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your serial monitor and observe the values shown when moving the joystick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0F199-8DF6-CBAF-74A3-FE4774C43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562" y="2932229"/>
            <a:ext cx="3525428" cy="1410171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D4B71C84-05A8-3272-C685-D6ED61FFA288}"/>
              </a:ext>
            </a:extLst>
          </p:cNvPr>
          <p:cNvSpPr/>
          <p:nvPr/>
        </p:nvSpPr>
        <p:spPr>
          <a:xfrm rot="13138638">
            <a:off x="8184630" y="3680835"/>
            <a:ext cx="484632" cy="978408"/>
          </a:xfrm>
          <a:prstGeom prst="downArrow">
            <a:avLst>
              <a:gd name="adj1" fmla="val 30983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F796C0B6-EA27-A022-772E-062B78D12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258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38082606-69BA-4892-877D-46BB1B920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412</Words>
  <Application>Microsoft Office PowerPoint</Application>
  <PresentationFormat>Widescreen</PresentationFormat>
  <Paragraphs>43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Custom Design</vt:lpstr>
      <vt:lpstr> Turning a Stepper Motor with a Joystick Arduino with C Programming</vt:lpstr>
      <vt:lpstr>Goals</vt:lpstr>
      <vt:lpstr>What is a Stepper Motor?</vt:lpstr>
      <vt:lpstr>What is a Stepper Motor?</vt:lpstr>
      <vt:lpstr>What is a Joystick?</vt:lpstr>
      <vt:lpstr>What is a Joystick?</vt:lpstr>
      <vt:lpstr>Circuit Diagram</vt:lpstr>
      <vt:lpstr>Completing the Code</vt:lpstr>
      <vt:lpstr>Completing the Code</vt:lpstr>
      <vt:lpstr>Completing the Code</vt:lpstr>
      <vt:lpstr>Completing the Code</vt:lpstr>
      <vt:lpstr>Test it Out!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Turning a Stepper Motor with a Joystick Arduino with C Programming</dc:title>
  <dc:creator>Zach Ratcliff</dc:creator>
  <cp:lastModifiedBy>Zach Ratcliff</cp:lastModifiedBy>
  <cp:revision>8</cp:revision>
  <dcterms:created xsi:type="dcterms:W3CDTF">2024-06-18T21:42:19Z</dcterms:created>
  <dcterms:modified xsi:type="dcterms:W3CDTF">2024-07-08T15:24:51Z</dcterms:modified>
</cp:coreProperties>
</file>